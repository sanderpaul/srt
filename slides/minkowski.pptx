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5"/>
  </p:notesMasterIdLst>
  <p:sldIdLst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204" autoAdjust="0"/>
    <p:restoredTop sz="93333" autoAdjust="0"/>
  </p:normalViewPr>
  <p:slideViewPr>
    <p:cSldViewPr snapToGrid="0">
      <p:cViewPr varScale="1">
        <p:scale>
          <a:sx n="96" d="100"/>
          <a:sy n="96" d="100"/>
        </p:scale>
        <p:origin x="1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20.03.2025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Thursday, March 20,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Thursday, March 20,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/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49" t="-83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F3DB207-AA7B-4670-D21D-6D29559D8E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137</Words>
  <Application>Microsoft Office PowerPoint</Application>
  <PresentationFormat>Widescreen</PresentationFormat>
  <Paragraphs>18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64</cp:revision>
  <dcterms:created xsi:type="dcterms:W3CDTF">2022-02-08T00:12:22Z</dcterms:created>
  <dcterms:modified xsi:type="dcterms:W3CDTF">2025-03-20T13:59:18Z</dcterms:modified>
</cp:coreProperties>
</file>