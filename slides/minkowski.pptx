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84" r:id="rId1"/>
    <p:sldMasterId id="2147483798" r:id="rId2"/>
  </p:sldMasterIdLst>
  <p:notesMasterIdLst>
    <p:notesMasterId r:id="rId5"/>
  </p:notesMasterIdLst>
  <p:sldIdLst>
    <p:sldId id="256" r:id="rId3"/>
    <p:sldId id="257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62426"/>
    <a:srgbClr val="FF8418"/>
    <a:srgbClr val="41AB41"/>
    <a:srgbClr val="96655A"/>
    <a:srgbClr val="AB85CB"/>
    <a:srgbClr val="1771B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04" autoAdjust="0"/>
    <p:restoredTop sz="93333" autoAdjust="0"/>
  </p:normalViewPr>
  <p:slideViewPr>
    <p:cSldViewPr snapToGrid="0">
      <p:cViewPr varScale="1">
        <p:scale>
          <a:sx n="76" d="100"/>
          <a:sy n="76" d="100"/>
        </p:scale>
        <p:origin x="53" y="3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946714-66A9-4331-9687-D7DE69600F8C}" type="datetimeFigureOut">
              <a:rPr lang="de-DE" smtClean="0"/>
              <a:t>20.03.2025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83BE582-3C9C-4E6A-A63A-4ED2653A53B1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76462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supervisor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3BE582-3C9C-4E6A-A63A-4ED2653A53B1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059205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C81DDBC-4466-4E4D-8348-9E61A07BBB23}" type="datetime2">
              <a:rPr lang="en-CA" smtClean="0"/>
              <a:t>Thursday, March 20, 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de-DE"/>
              <a:t>Paul Sander, pasander@student.ethz.ch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291262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37E33-DCA0-4C7F-A116-3D7ECA99B758}" type="datetime2">
              <a:rPr lang="en-CA" smtClean="0"/>
              <a:t>Thursday, March 20, 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034611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5B55F0DF-0DE4-46A6-89EE-D85721A78BFF}" type="datetime2">
              <a:rPr lang="en-CA" smtClean="0"/>
              <a:t>Thursday, March 20, 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de-DE"/>
              <a:t>Paul Sander, pasander@student.ethz.ch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834501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6B742-5549-4C1E-A4A7-964958457E23}" type="datetime2">
              <a:rPr lang="en-CA" smtClean="0"/>
              <a:t>Thursday, March 20, 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230578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/>
          <a:lstStyle/>
          <a:p>
            <a:endParaRPr lang="de-DE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E52A30-8CC1-4184-BF4D-47E2B21E4EAF}" type="datetime2">
              <a:rPr lang="en-CA" smtClean="0"/>
              <a:t>Thursday, March 20, 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411123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64B94-830A-44DB-B256-EB4AB7B8943B}" type="datetime2">
              <a:rPr lang="en-CA" smtClean="0"/>
              <a:t>Thursday, March 20, 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743155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A684CD-BF8B-4444-AC4B-E9077F770D42}" type="datetime2">
              <a:rPr lang="en-CA" smtClean="0"/>
              <a:t>Thursday, March 20, 2025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388891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ED8E9-D70F-45C4-8048-A836134AE31C}" type="datetime2">
              <a:rPr lang="en-CA" smtClean="0"/>
              <a:t>Thursday, March 20, 2025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88232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EC878-C261-4EEC-84F8-2911246240CC}" type="datetime2">
              <a:rPr lang="en-CA" smtClean="0"/>
              <a:t>Thursday, March 20, 2025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59482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4A011472-C2FB-4557-976A-45B9E45E41B8}" type="datetime2">
              <a:rPr lang="en-CA" smtClean="0"/>
              <a:t>Thursday, March 20, 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de-DE"/>
              <a:t>Paul Sander, pasander@student.ethz.ch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930209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B1A5E8-2D2A-4061-8930-BA891F6E5824}" type="datetime2">
              <a:rPr lang="en-CA" smtClean="0"/>
              <a:t>Thursday, March 20, 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687450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B79B12-0087-499C-8708-C48C1D5EFD8A}" type="datetime2">
              <a:rPr lang="en-CA" smtClean="0"/>
              <a:t>Thursday, March 20, 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115411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1F664A41-A95B-4B58-B281-ED13D91A7603}" type="datetime2">
              <a:rPr lang="en-CA" smtClean="0"/>
              <a:t>Thursday, March 20, 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680088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 userDrawn="1"/>
        </p:nvSpPr>
        <p:spPr>
          <a:xfrm>
            <a:off x="8404166" y="0"/>
            <a:ext cx="3787833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0">
                <a:solidFill>
                  <a:schemeClr val="bg1"/>
                </a:solidFill>
              </a:defRPr>
            </a:lvl1pPr>
          </a:lstStyle>
          <a:p>
            <a:fld id="{12F3EEEF-9270-448B-8799-2AA9B50D0F5B}" type="datetime2">
              <a:rPr lang="en-CA" smtClean="0"/>
              <a:t>Thursday, March 20, 2025</a:t>
            </a:fld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de-DE" dirty="0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B4802001-C76A-40BD-B2EB-DA779CB00C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155469"/>
            <a:ext cx="7166270" cy="47033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67041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11985" y="5956137"/>
            <a:ext cx="18387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r>
              <a:rPr lang="de-DE" dirty="0"/>
              <a:t>Donnerstag, 20. März 2025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26607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none">
                <a:solidFill>
                  <a:schemeClr val="accent2"/>
                </a:solidFill>
              </a:defRPr>
            </a:lvl1pPr>
          </a:lstStyle>
          <a:p>
            <a:r>
              <a:rPr lang="de-DE"/>
              <a:t>Paul Sander, pasander@student.ethz.ch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endParaRPr lang="de-DE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A8DD394E-F29C-48AC-A6F9-BA3693CFB28B}"/>
              </a:ext>
            </a:extLst>
          </p:cNvPr>
          <p:cNvSpPr txBox="1">
            <a:spLocks/>
          </p:cNvSpPr>
          <p:nvPr userDrawn="1"/>
        </p:nvSpPr>
        <p:spPr>
          <a:xfrm>
            <a:off x="3349514" y="5951810"/>
            <a:ext cx="515492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900" kern="1200" cap="all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cap="none" dirty="0"/>
              <a:t>Minkowski Diagramme</a:t>
            </a:r>
          </a:p>
        </p:txBody>
      </p:sp>
    </p:spTree>
    <p:extLst>
      <p:ext uri="{BB962C8B-B14F-4D97-AF65-F5344CB8AC3E}">
        <p14:creationId xmlns:p14="http://schemas.microsoft.com/office/powerpoint/2010/main" val="25628895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5" r:id="rId1"/>
    <p:sldLayoutId id="2147483786" r:id="rId2"/>
    <p:sldLayoutId id="2147483787" r:id="rId3"/>
    <p:sldLayoutId id="2147483788" r:id="rId4"/>
    <p:sldLayoutId id="2147483811" r:id="rId5"/>
    <p:sldLayoutId id="2147483812" r:id="rId6"/>
    <p:sldLayoutId id="2147483789" r:id="rId7"/>
    <p:sldLayoutId id="2147483790" r:id="rId8"/>
    <p:sldLayoutId id="2147483791" r:id="rId9"/>
    <p:sldLayoutId id="2147483792" r:id="rId10"/>
    <p:sldLayoutId id="2147483793" r:id="rId11"/>
    <p:sldLayoutId id="2147483794" r:id="rId12"/>
    <p:sldLayoutId id="2147483795" r:id="rId13"/>
  </p:sldLayoutIdLst>
  <p:hf hdr="0"/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11985" y="5956137"/>
            <a:ext cx="18387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5B784850-771A-44E0-8EA9-A966A4C42E11}" type="datetime2">
              <a:rPr lang="en-CA" smtClean="0"/>
              <a:t>Thursday, March 20, 2025</a:t>
            </a:fld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endParaRPr lang="de-DE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6939984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0" r:id="rId1"/>
  </p:sldLayoutIdLst>
  <p:hf hdr="0"/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9DA589-D18C-4E9B-BBD2-F4154296F25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2400" b="0" i="0" dirty="0">
                <a:effectLst/>
                <a:latin typeface="Arial" panose="020B0604020202020204" pitchFamily="34" charset="0"/>
              </a:rPr>
              <a:t>Minkowski </a:t>
            </a:r>
            <a:r>
              <a:rPr lang="en-US" sz="2400" b="0" i="0" dirty="0" err="1">
                <a:effectLst/>
                <a:latin typeface="Arial" panose="020B0604020202020204" pitchFamily="34" charset="0"/>
              </a:rPr>
              <a:t>Diagramme</a:t>
            </a:r>
            <a:br>
              <a:rPr lang="en-US" sz="2400" b="0" i="0" dirty="0">
                <a:effectLst/>
                <a:latin typeface="Arial" panose="020B0604020202020204" pitchFamily="34" charset="0"/>
              </a:rPr>
            </a:br>
            <a:r>
              <a:rPr lang="en-US" sz="1400" b="0" i="0" dirty="0" err="1">
                <a:effectLst/>
                <a:latin typeface="Arial" panose="020B0604020202020204" pitchFamily="34" charset="0"/>
              </a:rPr>
              <a:t>Beispiele</a:t>
            </a:r>
            <a:r>
              <a:rPr lang="en-US" sz="1400" b="0" i="0" dirty="0">
                <a:effectLst/>
                <a:latin typeface="Arial" panose="020B0604020202020204" pitchFamily="34" charset="0"/>
              </a:rPr>
              <a:t> und </a:t>
            </a:r>
            <a:r>
              <a:rPr lang="en-US" sz="1400" b="0" i="0" dirty="0" err="1">
                <a:effectLst/>
                <a:latin typeface="Arial" panose="020B0604020202020204" pitchFamily="34" charset="0"/>
              </a:rPr>
              <a:t>Anwendungen</a:t>
            </a:r>
            <a:r>
              <a:rPr lang="en-US" sz="1400" b="0" i="0" dirty="0">
                <a:effectLst/>
                <a:latin typeface="Arial" panose="020B0604020202020204" pitchFamily="34" charset="0"/>
              </a:rPr>
              <a:t> </a:t>
            </a:r>
            <a:r>
              <a:rPr lang="en-US" sz="1400" b="0" i="0" dirty="0" err="1">
                <a:effectLst/>
                <a:latin typeface="Arial" panose="020B0604020202020204" pitchFamily="34" charset="0"/>
              </a:rPr>
              <a:t>im</a:t>
            </a:r>
            <a:r>
              <a:rPr lang="en-US" sz="1400" b="0" i="0" dirty="0">
                <a:effectLst/>
                <a:latin typeface="Arial" panose="020B0604020202020204" pitchFamily="34" charset="0"/>
              </a:rPr>
              <a:t> </a:t>
            </a:r>
            <a:r>
              <a:rPr lang="en-US" sz="1400" b="0" i="0" dirty="0" err="1">
                <a:effectLst/>
                <a:latin typeface="Arial" panose="020B0604020202020204" pitchFamily="34" charset="0"/>
              </a:rPr>
              <a:t>kontext</a:t>
            </a:r>
            <a:r>
              <a:rPr lang="en-US" sz="1400" b="0" i="0" dirty="0">
                <a:effectLst/>
                <a:latin typeface="Arial" panose="020B0604020202020204" pitchFamily="34" charset="0"/>
              </a:rPr>
              <a:t> der </a:t>
            </a:r>
            <a:r>
              <a:rPr lang="en-US" sz="1400" b="0" i="0" dirty="0" err="1">
                <a:effectLst/>
                <a:latin typeface="Arial" panose="020B0604020202020204" pitchFamily="34" charset="0"/>
              </a:rPr>
              <a:t>Speziellen</a:t>
            </a:r>
            <a:r>
              <a:rPr lang="en-US" sz="1400" b="0" i="0" dirty="0">
                <a:effectLst/>
                <a:latin typeface="Arial" panose="020B0604020202020204" pitchFamily="34" charset="0"/>
              </a:rPr>
              <a:t> Relativitätstheorie</a:t>
            </a:r>
            <a:endParaRPr lang="de-DE" sz="4400" dirty="0">
              <a:cs typeface="Aharoni" panose="02010803020104030203" pitchFamily="2" charset="-79"/>
            </a:endParaRP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8DD305F-AED7-4372-8293-D1BFC81E90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1191" y="3628239"/>
            <a:ext cx="8462141" cy="2531021"/>
          </a:xfrm>
        </p:spPr>
        <p:txBody>
          <a:bodyPr>
            <a:normAutofit/>
          </a:bodyPr>
          <a:lstStyle/>
          <a:p>
            <a:r>
              <a:rPr lang="de-DE" b="1" cap="none" dirty="0">
                <a:solidFill>
                  <a:schemeClr val="bg1"/>
                </a:solidFill>
              </a:rPr>
              <a:t>Paul Sander</a:t>
            </a:r>
            <a:br>
              <a:rPr lang="de-DE" b="1" cap="none" dirty="0">
                <a:solidFill>
                  <a:schemeClr val="bg1"/>
                </a:solidFill>
              </a:rPr>
            </a:br>
            <a:r>
              <a:rPr lang="de-DE" b="1" cap="none" dirty="0">
                <a:solidFill>
                  <a:schemeClr val="bg1"/>
                </a:solidFill>
              </a:rPr>
              <a:t>pasander@ethz.ch</a:t>
            </a:r>
            <a:br>
              <a:rPr lang="de-DE" b="1" cap="none" dirty="0">
                <a:solidFill>
                  <a:schemeClr val="bg1"/>
                </a:solidFill>
              </a:rPr>
            </a:br>
            <a:endParaRPr lang="de-DE" b="1" cap="none" dirty="0">
              <a:solidFill>
                <a:schemeClr val="bg1"/>
              </a:solidFill>
            </a:endParaRPr>
          </a:p>
          <a:p>
            <a:r>
              <a:rPr lang="de-DE" b="1" cap="none" dirty="0">
                <a:solidFill>
                  <a:schemeClr val="bg1"/>
                </a:solidFill>
              </a:rPr>
              <a:t>Institut für Teilchen und Astrophysik, Physik Department, ETH Zürich</a:t>
            </a:r>
            <a:br>
              <a:rPr lang="de-DE" b="1" cap="none" dirty="0">
                <a:solidFill>
                  <a:schemeClr val="bg1"/>
                </a:solidFill>
              </a:rPr>
            </a:br>
            <a:r>
              <a:rPr lang="de-DE" b="1" cap="none" dirty="0">
                <a:solidFill>
                  <a:schemeClr val="bg1"/>
                </a:solidFill>
              </a:rPr>
              <a:t>Center for Neutron and </a:t>
            </a:r>
            <a:r>
              <a:rPr lang="de-DE" b="1" cap="none" dirty="0" err="1">
                <a:solidFill>
                  <a:schemeClr val="bg1"/>
                </a:solidFill>
              </a:rPr>
              <a:t>Muon</a:t>
            </a:r>
            <a:r>
              <a:rPr lang="de-DE" b="1" cap="none" dirty="0">
                <a:solidFill>
                  <a:schemeClr val="bg1"/>
                </a:solidFill>
              </a:rPr>
              <a:t> Sciences, Paul Scherrer Institut,  </a:t>
            </a:r>
            <a:r>
              <a:rPr lang="de-DE" b="1" cap="none" dirty="0" err="1">
                <a:solidFill>
                  <a:schemeClr val="bg1"/>
                </a:solidFill>
              </a:rPr>
              <a:t>Villigen</a:t>
            </a:r>
            <a:endParaRPr lang="de-DE" b="1" cap="none" dirty="0">
              <a:solidFill>
                <a:schemeClr val="bg1"/>
              </a:solidFill>
            </a:endParaRPr>
          </a:p>
          <a:p>
            <a:endParaRPr lang="de-DE" b="1" cap="none" dirty="0">
              <a:solidFill>
                <a:schemeClr val="bg1"/>
              </a:solidFill>
            </a:endParaRPr>
          </a:p>
          <a:p>
            <a:r>
              <a:rPr lang="de-DE" b="1" cap="none" dirty="0">
                <a:solidFill>
                  <a:schemeClr val="bg1"/>
                </a:solidFill>
              </a:rPr>
              <a:t>Zürich, der 8. April 2025</a:t>
            </a:r>
          </a:p>
          <a:p>
            <a:endParaRPr lang="de-DE" b="1" cap="none" dirty="0">
              <a:solidFill>
                <a:schemeClr val="bg1"/>
              </a:solidFill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D8383E86-B186-2B21-8907-6587D7AE2D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705" y="5340094"/>
            <a:ext cx="4355606" cy="653341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08A89E95-4603-6865-1ACB-33C9E5A3865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616751" y="5340094"/>
            <a:ext cx="1617432" cy="6665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34281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FED3407-DF10-76CA-ED1D-0BEAF150D3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Grundlegende </a:t>
            </a:r>
            <a:r>
              <a:rPr lang="en-US" dirty="0" err="1"/>
              <a:t>Annahmen</a:t>
            </a:r>
            <a:r>
              <a:rPr lang="en-US" dirty="0"/>
              <a:t> und </a:t>
            </a:r>
            <a:r>
              <a:rPr lang="en-US" dirty="0" err="1"/>
              <a:t>Zusammenhänge</a:t>
            </a:r>
            <a:endParaRPr lang="en-CH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93F25A77-C60D-47FB-D157-C65FA060C367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 anchor="t"/>
              <a:lstStyle/>
              <a:p>
                <a:r>
                  <a:rPr lang="en-US" dirty="0"/>
                  <a:t>Bewegung </a:t>
                </a:r>
                <a:r>
                  <a:rPr lang="en-US" dirty="0" err="1"/>
                  <a:t>findet</a:t>
                </a:r>
                <a:r>
                  <a:rPr lang="en-US" dirty="0"/>
                  <a:t> in </a:t>
                </a:r>
                <a:r>
                  <a:rPr lang="en-US" dirty="0" err="1"/>
                  <a:t>einer</a:t>
                </a:r>
                <a:r>
                  <a:rPr lang="en-US" dirty="0"/>
                  <a:t> Dimension </a:t>
                </a:r>
                <a:r>
                  <a:rPr lang="en-US" dirty="0" err="1"/>
                  <a:t>statt</a:t>
                </a:r>
                <a:r>
                  <a:rPr lang="en-US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US" b="0" dirty="0"/>
                  <a:t> und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rad>
                      </m:den>
                    </m:f>
                  </m:oMath>
                </a14:m>
                <a:endParaRPr lang="en-US" b="0" dirty="0"/>
              </a:p>
              <a:p>
                <a:r>
                  <a:rPr lang="en-US" dirty="0" err="1"/>
                  <a:t>Ruhendes</a:t>
                </a:r>
                <a:r>
                  <a:rPr lang="en-US" dirty="0"/>
                  <a:t> System K und </a:t>
                </a:r>
                <a:r>
                  <a:rPr lang="en-US" dirty="0" err="1"/>
                  <a:t>bewegtes</a:t>
                </a:r>
                <a:r>
                  <a:rPr lang="en-US" dirty="0"/>
                  <a:t> System K’</a:t>
                </a:r>
              </a:p>
              <a:p>
                <a:r>
                  <a:rPr lang="en-US" dirty="0" err="1"/>
                  <a:t>Raumachse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dirty="0"/>
                  <a:t> und </a:t>
                </a:r>
                <a:r>
                  <a:rPr lang="en-US" dirty="0" err="1"/>
                  <a:t>Zeitachse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b="0" dirty="0"/>
              </a:p>
              <a:p>
                <a:pPr marL="0" indent="0">
                  <a:buNone/>
                </a:pPr>
                <a:endParaRPr lang="en-US" b="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0" dirty="0"/>
                  <a:t> und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𝑐𝑡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0" dirty="0"/>
                  <a:t> und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endParaRPr lang="en-US" b="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b="0" dirty="0"/>
                  <a:t> und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US" b="0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93F25A77-C60D-47FB-D157-C65FA060C3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449" t="-839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D0ED1845-5D53-9C2D-C3E7-8D5081335D5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32396" y="1877028"/>
            <a:ext cx="4350935" cy="4350935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FBCD4D-0E53-49A7-A4FC-CB573B8588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37E33-DCA0-4C7F-A116-3D7ECA99B758}" type="datetime2">
              <a:rPr lang="en-CA" smtClean="0"/>
              <a:t>Thursday, March 20, 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45080D-CD67-5270-AA72-4A52F3408D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Paul Sander, pasander@ethz.ch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61BE9F-73EB-BF2E-769B-A10162F92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86971376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e">
  <a:themeElements>
    <a:clrScheme name="Benutzerdefiniert 1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000B3F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e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e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66F1C100-1D2B-4BEA-AD01-C4F230B3B965}"/>
    </a:ext>
  </a:extLst>
</a:theme>
</file>

<file path=ppt/theme/theme2.xml><?xml version="1.0" encoding="utf-8"?>
<a:theme xmlns:a="http://schemas.openxmlformats.org/drawingml/2006/main" name="1_Dividende">
  <a:themeElements>
    <a:clrScheme name="Benutzerdefiniert 1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000B3F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e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e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66F1C100-1D2B-4BEA-AD01-C4F230B3B965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TM03457464[[fn=Dividende]]</Template>
  <TotalTime>0</TotalTime>
  <Words>137</Words>
  <Application>Microsoft Office PowerPoint</Application>
  <PresentationFormat>Widescreen</PresentationFormat>
  <Paragraphs>18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</vt:i4>
      </vt:variant>
    </vt:vector>
  </HeadingPairs>
  <TitlesOfParts>
    <vt:vector size="10" baseType="lpstr">
      <vt:lpstr>Aharoni</vt:lpstr>
      <vt:lpstr>Arial</vt:lpstr>
      <vt:lpstr>Calibri</vt:lpstr>
      <vt:lpstr>Cambria Math</vt:lpstr>
      <vt:lpstr>Gill Sans MT</vt:lpstr>
      <vt:lpstr>Wingdings 2</vt:lpstr>
      <vt:lpstr>Dividende</vt:lpstr>
      <vt:lpstr>1_Dividende</vt:lpstr>
      <vt:lpstr>Minkowski Diagramme Beispiele und Anwendungen im kontext der Speziellen Relativitätstheorie</vt:lpstr>
      <vt:lpstr>Grundlegende Annahmen und Zusammenhänge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CROC v2 Testing ETH Zurich</dc:title>
  <dc:creator>Paul Sander</dc:creator>
  <cp:keywords>CROC, CROCv2, Datamerging, Aurora, ETH</cp:keywords>
  <cp:lastModifiedBy>Paul Sander</cp:lastModifiedBy>
  <cp:revision>65</cp:revision>
  <dcterms:created xsi:type="dcterms:W3CDTF">2022-02-08T00:12:22Z</dcterms:created>
  <dcterms:modified xsi:type="dcterms:W3CDTF">2025-03-20T14:13:54Z</dcterms:modified>
</cp:coreProperties>
</file>