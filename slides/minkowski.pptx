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15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5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333" autoAdjust="0"/>
  </p:normalViewPr>
  <p:slideViewPr>
    <p:cSldViewPr snapToGrid="0">
      <p:cViewPr varScale="1">
        <p:scale>
          <a:sx n="168" d="100"/>
          <a:sy n="168" d="100"/>
        </p:scale>
        <p:origin x="335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21.03.2025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179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file:///C:\Users\sande\Documents\SRT_plotting\img\two_points_no_lines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full_lines.p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file:///C:\Users\sande\Documents\SRT_plotting\img\two_points_connected.png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connected_coordinates.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>
                <a:normAutofit fontScale="92500" lnSpcReduction="20000"/>
              </a:bodyPr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Zur </a:t>
                </a:r>
                <a:r>
                  <a:rPr lang="en-US" b="0" dirty="0" err="1"/>
                  <a:t>einfachen</a:t>
                </a:r>
                <a:r>
                  <a:rPr lang="en-US" b="0" dirty="0"/>
                  <a:t> </a:t>
                </a:r>
                <a:r>
                  <a:rPr lang="en-US" b="0" dirty="0" err="1"/>
                  <a:t>Rechnung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dirty="0"/>
                  <a:t> in Jahren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/>
                  <a:t> in </a:t>
                </a:r>
                <a:r>
                  <a:rPr lang="en-US" b="0" dirty="0" err="1"/>
                  <a:t>Lichtjahren</a:t>
                </a:r>
                <a:endParaRPr lang="en-US" b="0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7" t="-1846" r="-562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r="-1579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r="-15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4"/>
                <a:stretch>
                  <a:fillRect l="-1404" t="-768" r="-1579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21B2-7518-272D-FB11-E79E8F05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0A396A-57DD-4EA9-022B-B215474FBE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40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49-0D6E-2E4F-4A70-5C537334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Linie, </a:t>
                </a:r>
                <a:r>
                  <a:rPr lang="en-US" dirty="0" err="1">
                    <a:solidFill>
                      <a:schemeClr val="bg1"/>
                    </a:solidFill>
                  </a:rPr>
                  <a:t>sondern</a:t>
                </a:r>
                <a:r>
                  <a:rPr lang="en-US" dirty="0">
                    <a:solidFill>
                      <a:schemeClr val="bg1"/>
                    </a:solidFill>
                  </a:rPr>
                  <a:t> dem </a:t>
                </a:r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entlang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Koordinatenachsen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:r>
                  <a:rPr lang="en-US" b="0" dirty="0">
                    <a:solidFill>
                      <a:schemeClr val="bg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blipFill>
                <a:blip r:embed="rId2"/>
                <a:stretch>
                  <a:fillRect l="-1404" t="-674" r="-1579" b="-121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1CF25B-4FDE-8199-8F07-6D5258AD8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3638297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417</Words>
  <Application>Microsoft Office PowerPoint</Application>
  <PresentationFormat>Widescreen</PresentationFormat>
  <Paragraphs>85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79</cp:revision>
  <dcterms:created xsi:type="dcterms:W3CDTF">2022-02-08T00:12:22Z</dcterms:created>
  <dcterms:modified xsi:type="dcterms:W3CDTF">2025-03-21T15:48:37Z</dcterms:modified>
</cp:coreProperties>
</file>